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60" r:id="rId5"/>
    <p:sldId id="265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380EEE-F551-47F9-9DA8-6A4045E5D00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B1BBC0E-27A3-4C1A-8588-D96B4BCCA615}">
      <dgm:prSet/>
      <dgm:spPr/>
      <dgm:t>
        <a:bodyPr/>
        <a:lstStyle/>
        <a:p>
          <a:r>
            <a:rPr lang="en-US"/>
            <a:t>Centralized training management portal</a:t>
          </a:r>
        </a:p>
      </dgm:t>
    </dgm:pt>
    <dgm:pt modelId="{5BDE859C-70EF-4860-9A2A-5419692271D1}" type="parTrans" cxnId="{CD3EF35F-FAF9-477A-B42D-19642208A5E3}">
      <dgm:prSet/>
      <dgm:spPr/>
      <dgm:t>
        <a:bodyPr/>
        <a:lstStyle/>
        <a:p>
          <a:endParaRPr lang="en-US"/>
        </a:p>
      </dgm:t>
    </dgm:pt>
    <dgm:pt modelId="{6926D431-AD83-442B-97BE-FEA452BE368A}" type="sibTrans" cxnId="{CD3EF35F-FAF9-477A-B42D-19642208A5E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E501FC9-F3D8-4674-9DF7-1C178B1438E9}">
      <dgm:prSet/>
      <dgm:spPr/>
      <dgm:t>
        <a:bodyPr/>
        <a:lstStyle/>
        <a:p>
          <a:r>
            <a:rPr lang="en-US"/>
            <a:t>Automated AWS instance lifecycle management</a:t>
          </a:r>
        </a:p>
      </dgm:t>
    </dgm:pt>
    <dgm:pt modelId="{56858C67-5375-4812-A1A7-1B015399F251}" type="parTrans" cxnId="{1F56BB58-DAA5-44AF-8229-1F76FD5BCA73}">
      <dgm:prSet/>
      <dgm:spPr/>
      <dgm:t>
        <a:bodyPr/>
        <a:lstStyle/>
        <a:p>
          <a:endParaRPr lang="en-US"/>
        </a:p>
      </dgm:t>
    </dgm:pt>
    <dgm:pt modelId="{B44442E6-AD6D-4AB2-A8A9-AA92CB69ABCE}" type="sibTrans" cxnId="{1F56BB58-DAA5-44AF-8229-1F76FD5BCA7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D853AB9-F657-4FB7-8ED4-E2252B7549C6}">
      <dgm:prSet/>
      <dgm:spPr/>
      <dgm:t>
        <a:bodyPr/>
        <a:lstStyle/>
        <a:p>
          <a:r>
            <a:rPr lang="en-US"/>
            <a:t>Role-based access using Microsoft Entra ID</a:t>
          </a:r>
        </a:p>
      </dgm:t>
    </dgm:pt>
    <dgm:pt modelId="{D7F898B2-9907-40FD-A820-42D2FCB18303}" type="parTrans" cxnId="{3D5CFCAD-C9E7-4A44-B351-13E479C7FB20}">
      <dgm:prSet/>
      <dgm:spPr/>
      <dgm:t>
        <a:bodyPr/>
        <a:lstStyle/>
        <a:p>
          <a:endParaRPr lang="en-US"/>
        </a:p>
      </dgm:t>
    </dgm:pt>
    <dgm:pt modelId="{3B2883D9-9535-4A36-B177-AC576CEAB31B}" type="sibTrans" cxnId="{3D5CFCAD-C9E7-4A44-B351-13E479C7FB2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9AA3DD0-9993-4190-BC94-6328D3E1C596}">
      <dgm:prSet/>
      <dgm:spPr/>
      <dgm:t>
        <a:bodyPr/>
        <a:lstStyle/>
        <a:p>
          <a:r>
            <a:rPr lang="en-US"/>
            <a:t>AI-assisted training and lab generation</a:t>
          </a:r>
        </a:p>
      </dgm:t>
    </dgm:pt>
    <dgm:pt modelId="{A061026F-C425-42AB-A391-6F34B4F30479}" type="parTrans" cxnId="{2924FAAB-C1BD-4B76-B775-F40F9AB1B11B}">
      <dgm:prSet/>
      <dgm:spPr/>
      <dgm:t>
        <a:bodyPr/>
        <a:lstStyle/>
        <a:p>
          <a:endParaRPr lang="en-US"/>
        </a:p>
      </dgm:t>
    </dgm:pt>
    <dgm:pt modelId="{37DC8E02-7775-41A5-BE34-5A44E63E88A7}" type="sibTrans" cxnId="{2924FAAB-C1BD-4B76-B775-F40F9AB1B11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B8008CD-0DE5-4112-ADFF-1838E5C48EBB}" type="pres">
      <dgm:prSet presAssocID="{9B380EEE-F551-47F9-9DA8-6A4045E5D008}" presName="Name0" presStyleCnt="0">
        <dgm:presLayoutVars>
          <dgm:animLvl val="lvl"/>
          <dgm:resizeHandles val="exact"/>
        </dgm:presLayoutVars>
      </dgm:prSet>
      <dgm:spPr/>
    </dgm:pt>
    <dgm:pt modelId="{3969BBD1-C367-42E4-8AAE-1F615A4EB788}" type="pres">
      <dgm:prSet presAssocID="{8B1BBC0E-27A3-4C1A-8588-D96B4BCCA615}" presName="compositeNode" presStyleCnt="0">
        <dgm:presLayoutVars>
          <dgm:bulletEnabled val="1"/>
        </dgm:presLayoutVars>
      </dgm:prSet>
      <dgm:spPr/>
    </dgm:pt>
    <dgm:pt modelId="{6A686033-7E86-4E86-9658-9685DCD8B852}" type="pres">
      <dgm:prSet presAssocID="{8B1BBC0E-27A3-4C1A-8588-D96B4BCCA615}" presName="bgRect" presStyleLbl="alignNode1" presStyleIdx="0" presStyleCnt="4"/>
      <dgm:spPr/>
    </dgm:pt>
    <dgm:pt modelId="{80A5BC9A-1042-4E90-823A-B1A964E74D42}" type="pres">
      <dgm:prSet presAssocID="{6926D431-AD83-442B-97BE-FEA452BE368A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997A2EB-83CF-4239-BEA5-6D54F811FE32}" type="pres">
      <dgm:prSet presAssocID="{8B1BBC0E-27A3-4C1A-8588-D96B4BCCA615}" presName="nodeRect" presStyleLbl="alignNode1" presStyleIdx="0" presStyleCnt="4">
        <dgm:presLayoutVars>
          <dgm:bulletEnabled val="1"/>
        </dgm:presLayoutVars>
      </dgm:prSet>
      <dgm:spPr/>
    </dgm:pt>
    <dgm:pt modelId="{8346C461-327F-4D9A-A734-889EF4EEFABF}" type="pres">
      <dgm:prSet presAssocID="{6926D431-AD83-442B-97BE-FEA452BE368A}" presName="sibTrans" presStyleCnt="0"/>
      <dgm:spPr/>
    </dgm:pt>
    <dgm:pt modelId="{D4E2A270-2ADA-4A15-B396-CB4EAE4EDAF7}" type="pres">
      <dgm:prSet presAssocID="{2E501FC9-F3D8-4674-9DF7-1C178B1438E9}" presName="compositeNode" presStyleCnt="0">
        <dgm:presLayoutVars>
          <dgm:bulletEnabled val="1"/>
        </dgm:presLayoutVars>
      </dgm:prSet>
      <dgm:spPr/>
    </dgm:pt>
    <dgm:pt modelId="{88F05D49-A1A0-41F1-A207-E80BC374CED5}" type="pres">
      <dgm:prSet presAssocID="{2E501FC9-F3D8-4674-9DF7-1C178B1438E9}" presName="bgRect" presStyleLbl="alignNode1" presStyleIdx="1" presStyleCnt="4"/>
      <dgm:spPr/>
    </dgm:pt>
    <dgm:pt modelId="{D2A749D7-0721-4C64-A3CD-C25B85662857}" type="pres">
      <dgm:prSet presAssocID="{B44442E6-AD6D-4AB2-A8A9-AA92CB69ABCE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89E6391-9C82-442B-9B17-916BDB4D6750}" type="pres">
      <dgm:prSet presAssocID="{2E501FC9-F3D8-4674-9DF7-1C178B1438E9}" presName="nodeRect" presStyleLbl="alignNode1" presStyleIdx="1" presStyleCnt="4">
        <dgm:presLayoutVars>
          <dgm:bulletEnabled val="1"/>
        </dgm:presLayoutVars>
      </dgm:prSet>
      <dgm:spPr/>
    </dgm:pt>
    <dgm:pt modelId="{1471C767-B3F0-43DF-AC7B-CF84E5E8841D}" type="pres">
      <dgm:prSet presAssocID="{B44442E6-AD6D-4AB2-A8A9-AA92CB69ABCE}" presName="sibTrans" presStyleCnt="0"/>
      <dgm:spPr/>
    </dgm:pt>
    <dgm:pt modelId="{8D04C436-2B3F-4CD6-9D48-DDABF1B29A98}" type="pres">
      <dgm:prSet presAssocID="{DD853AB9-F657-4FB7-8ED4-E2252B7549C6}" presName="compositeNode" presStyleCnt="0">
        <dgm:presLayoutVars>
          <dgm:bulletEnabled val="1"/>
        </dgm:presLayoutVars>
      </dgm:prSet>
      <dgm:spPr/>
    </dgm:pt>
    <dgm:pt modelId="{8119BCEA-2DAA-4420-A176-D793139A3699}" type="pres">
      <dgm:prSet presAssocID="{DD853AB9-F657-4FB7-8ED4-E2252B7549C6}" presName="bgRect" presStyleLbl="alignNode1" presStyleIdx="2" presStyleCnt="4"/>
      <dgm:spPr/>
    </dgm:pt>
    <dgm:pt modelId="{D677EFFB-E25D-4823-BFC2-EFEE0C566761}" type="pres">
      <dgm:prSet presAssocID="{3B2883D9-9535-4A36-B177-AC576CEAB31B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DA8C998C-2ADA-4761-B46A-DAFDA6756B75}" type="pres">
      <dgm:prSet presAssocID="{DD853AB9-F657-4FB7-8ED4-E2252B7549C6}" presName="nodeRect" presStyleLbl="alignNode1" presStyleIdx="2" presStyleCnt="4">
        <dgm:presLayoutVars>
          <dgm:bulletEnabled val="1"/>
        </dgm:presLayoutVars>
      </dgm:prSet>
      <dgm:spPr/>
    </dgm:pt>
    <dgm:pt modelId="{3290EB4F-B92A-4284-AF34-4EC91E09E890}" type="pres">
      <dgm:prSet presAssocID="{3B2883D9-9535-4A36-B177-AC576CEAB31B}" presName="sibTrans" presStyleCnt="0"/>
      <dgm:spPr/>
    </dgm:pt>
    <dgm:pt modelId="{E2B81538-BF4D-496E-A0B6-01BE81D58386}" type="pres">
      <dgm:prSet presAssocID="{79AA3DD0-9993-4190-BC94-6328D3E1C596}" presName="compositeNode" presStyleCnt="0">
        <dgm:presLayoutVars>
          <dgm:bulletEnabled val="1"/>
        </dgm:presLayoutVars>
      </dgm:prSet>
      <dgm:spPr/>
    </dgm:pt>
    <dgm:pt modelId="{CE564235-747F-4941-B86B-5DED61081BD6}" type="pres">
      <dgm:prSet presAssocID="{79AA3DD0-9993-4190-BC94-6328D3E1C596}" presName="bgRect" presStyleLbl="alignNode1" presStyleIdx="3" presStyleCnt="4"/>
      <dgm:spPr/>
    </dgm:pt>
    <dgm:pt modelId="{28BCCC61-B50B-43A5-B10E-C7115F82AE66}" type="pres">
      <dgm:prSet presAssocID="{37DC8E02-7775-41A5-BE34-5A44E63E88A7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1C4A60D2-59B6-4B70-97FC-9079E1ED2B86}" type="pres">
      <dgm:prSet presAssocID="{79AA3DD0-9993-4190-BC94-6328D3E1C59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637D5202-3651-472E-9847-E92D6D05411A}" type="presOf" srcId="{DD853AB9-F657-4FB7-8ED4-E2252B7549C6}" destId="{DA8C998C-2ADA-4761-B46A-DAFDA6756B75}" srcOrd="1" destOrd="0" presId="urn:microsoft.com/office/officeart/2016/7/layout/LinearBlockProcessNumbered"/>
    <dgm:cxn modelId="{830A360C-576A-4F1A-AA73-2DDFBB59C638}" type="presOf" srcId="{8B1BBC0E-27A3-4C1A-8588-D96B4BCCA615}" destId="{6A686033-7E86-4E86-9658-9685DCD8B852}" srcOrd="0" destOrd="0" presId="urn:microsoft.com/office/officeart/2016/7/layout/LinearBlockProcessNumbered"/>
    <dgm:cxn modelId="{0CA81425-23D2-4208-915F-C504B38EDFDD}" type="presOf" srcId="{79AA3DD0-9993-4190-BC94-6328D3E1C596}" destId="{CE564235-747F-4941-B86B-5DED61081BD6}" srcOrd="0" destOrd="0" presId="urn:microsoft.com/office/officeart/2016/7/layout/LinearBlockProcessNumbered"/>
    <dgm:cxn modelId="{542C1E25-4AC6-46E8-8BCF-5655607F0E71}" type="presOf" srcId="{37DC8E02-7775-41A5-BE34-5A44E63E88A7}" destId="{28BCCC61-B50B-43A5-B10E-C7115F82AE66}" srcOrd="0" destOrd="0" presId="urn:microsoft.com/office/officeart/2016/7/layout/LinearBlockProcessNumbered"/>
    <dgm:cxn modelId="{A9292E2D-7185-4DCF-8C57-AD1B69931E31}" type="presOf" srcId="{B44442E6-AD6D-4AB2-A8A9-AA92CB69ABCE}" destId="{D2A749D7-0721-4C64-A3CD-C25B85662857}" srcOrd="0" destOrd="0" presId="urn:microsoft.com/office/officeart/2016/7/layout/LinearBlockProcessNumbered"/>
    <dgm:cxn modelId="{B0503D2E-5198-4C10-A9B0-216D95C9F2ED}" type="presOf" srcId="{6926D431-AD83-442B-97BE-FEA452BE368A}" destId="{80A5BC9A-1042-4E90-823A-B1A964E74D42}" srcOrd="0" destOrd="0" presId="urn:microsoft.com/office/officeart/2016/7/layout/LinearBlockProcessNumbered"/>
    <dgm:cxn modelId="{CD3EF35F-FAF9-477A-B42D-19642208A5E3}" srcId="{9B380EEE-F551-47F9-9DA8-6A4045E5D008}" destId="{8B1BBC0E-27A3-4C1A-8588-D96B4BCCA615}" srcOrd="0" destOrd="0" parTransId="{5BDE859C-70EF-4860-9A2A-5419692271D1}" sibTransId="{6926D431-AD83-442B-97BE-FEA452BE368A}"/>
    <dgm:cxn modelId="{A5FFD249-0906-440D-801B-8B5DA2087B14}" type="presOf" srcId="{2E501FC9-F3D8-4674-9DF7-1C178B1438E9}" destId="{88F05D49-A1A0-41F1-A207-E80BC374CED5}" srcOrd="0" destOrd="0" presId="urn:microsoft.com/office/officeart/2016/7/layout/LinearBlockProcessNumbered"/>
    <dgm:cxn modelId="{98B3FB4E-BCB7-44AD-8224-DA2B8935CD57}" type="presOf" srcId="{9B380EEE-F551-47F9-9DA8-6A4045E5D008}" destId="{FB8008CD-0DE5-4112-ADFF-1838E5C48EBB}" srcOrd="0" destOrd="0" presId="urn:microsoft.com/office/officeart/2016/7/layout/LinearBlockProcessNumbered"/>
    <dgm:cxn modelId="{1F56BB58-DAA5-44AF-8229-1F76FD5BCA73}" srcId="{9B380EEE-F551-47F9-9DA8-6A4045E5D008}" destId="{2E501FC9-F3D8-4674-9DF7-1C178B1438E9}" srcOrd="1" destOrd="0" parTransId="{56858C67-5375-4812-A1A7-1B015399F251}" sibTransId="{B44442E6-AD6D-4AB2-A8A9-AA92CB69ABCE}"/>
    <dgm:cxn modelId="{0E2D729D-C8EB-497C-899F-1EC72D4F0972}" type="presOf" srcId="{8B1BBC0E-27A3-4C1A-8588-D96B4BCCA615}" destId="{4997A2EB-83CF-4239-BEA5-6D54F811FE32}" srcOrd="1" destOrd="0" presId="urn:microsoft.com/office/officeart/2016/7/layout/LinearBlockProcessNumbered"/>
    <dgm:cxn modelId="{B3A23AA3-8AE9-4D1B-A77D-8B66945779D5}" type="presOf" srcId="{DD853AB9-F657-4FB7-8ED4-E2252B7549C6}" destId="{8119BCEA-2DAA-4420-A176-D793139A3699}" srcOrd="0" destOrd="0" presId="urn:microsoft.com/office/officeart/2016/7/layout/LinearBlockProcessNumbered"/>
    <dgm:cxn modelId="{2924FAAB-C1BD-4B76-B775-F40F9AB1B11B}" srcId="{9B380EEE-F551-47F9-9DA8-6A4045E5D008}" destId="{79AA3DD0-9993-4190-BC94-6328D3E1C596}" srcOrd="3" destOrd="0" parTransId="{A061026F-C425-42AB-A391-6F34B4F30479}" sibTransId="{37DC8E02-7775-41A5-BE34-5A44E63E88A7}"/>
    <dgm:cxn modelId="{1BBA0AAD-ECDD-485C-8446-1CB595F61EA2}" type="presOf" srcId="{2E501FC9-F3D8-4674-9DF7-1C178B1438E9}" destId="{989E6391-9C82-442B-9B17-916BDB4D6750}" srcOrd="1" destOrd="0" presId="urn:microsoft.com/office/officeart/2016/7/layout/LinearBlockProcessNumbered"/>
    <dgm:cxn modelId="{3D5CFCAD-C9E7-4A44-B351-13E479C7FB20}" srcId="{9B380EEE-F551-47F9-9DA8-6A4045E5D008}" destId="{DD853AB9-F657-4FB7-8ED4-E2252B7549C6}" srcOrd="2" destOrd="0" parTransId="{D7F898B2-9907-40FD-A820-42D2FCB18303}" sibTransId="{3B2883D9-9535-4A36-B177-AC576CEAB31B}"/>
    <dgm:cxn modelId="{580669C3-C92E-4D1F-9237-669CB362891D}" type="presOf" srcId="{79AA3DD0-9993-4190-BC94-6328D3E1C596}" destId="{1C4A60D2-59B6-4B70-97FC-9079E1ED2B86}" srcOrd="1" destOrd="0" presId="urn:microsoft.com/office/officeart/2016/7/layout/LinearBlockProcessNumbered"/>
    <dgm:cxn modelId="{DD3FF5D3-56BC-4F00-94E3-B670DFBDFC54}" type="presOf" srcId="{3B2883D9-9535-4A36-B177-AC576CEAB31B}" destId="{D677EFFB-E25D-4823-BFC2-EFEE0C566761}" srcOrd="0" destOrd="0" presId="urn:microsoft.com/office/officeart/2016/7/layout/LinearBlockProcessNumbered"/>
    <dgm:cxn modelId="{7589EB0E-B02D-48A2-8C59-78DD84210241}" type="presParOf" srcId="{FB8008CD-0DE5-4112-ADFF-1838E5C48EBB}" destId="{3969BBD1-C367-42E4-8AAE-1F615A4EB788}" srcOrd="0" destOrd="0" presId="urn:microsoft.com/office/officeart/2016/7/layout/LinearBlockProcessNumbered"/>
    <dgm:cxn modelId="{AA07C75F-331C-4735-9D32-75DA3C1C3A74}" type="presParOf" srcId="{3969BBD1-C367-42E4-8AAE-1F615A4EB788}" destId="{6A686033-7E86-4E86-9658-9685DCD8B852}" srcOrd="0" destOrd="0" presId="urn:microsoft.com/office/officeart/2016/7/layout/LinearBlockProcessNumbered"/>
    <dgm:cxn modelId="{DE54ABB3-1C50-45CD-967D-97A36585170F}" type="presParOf" srcId="{3969BBD1-C367-42E4-8AAE-1F615A4EB788}" destId="{80A5BC9A-1042-4E90-823A-B1A964E74D42}" srcOrd="1" destOrd="0" presId="urn:microsoft.com/office/officeart/2016/7/layout/LinearBlockProcessNumbered"/>
    <dgm:cxn modelId="{DAE88AA8-7CF4-4F17-9AE5-03D4245AB53D}" type="presParOf" srcId="{3969BBD1-C367-42E4-8AAE-1F615A4EB788}" destId="{4997A2EB-83CF-4239-BEA5-6D54F811FE32}" srcOrd="2" destOrd="0" presId="urn:microsoft.com/office/officeart/2016/7/layout/LinearBlockProcessNumbered"/>
    <dgm:cxn modelId="{ED135316-49A6-4B31-88F6-32FDB7959EBF}" type="presParOf" srcId="{FB8008CD-0DE5-4112-ADFF-1838E5C48EBB}" destId="{8346C461-327F-4D9A-A734-889EF4EEFABF}" srcOrd="1" destOrd="0" presId="urn:microsoft.com/office/officeart/2016/7/layout/LinearBlockProcessNumbered"/>
    <dgm:cxn modelId="{5C6B9103-3C5C-4FAF-8D8D-480C814C604D}" type="presParOf" srcId="{FB8008CD-0DE5-4112-ADFF-1838E5C48EBB}" destId="{D4E2A270-2ADA-4A15-B396-CB4EAE4EDAF7}" srcOrd="2" destOrd="0" presId="urn:microsoft.com/office/officeart/2016/7/layout/LinearBlockProcessNumbered"/>
    <dgm:cxn modelId="{0AAA30A3-4FBE-4DAC-82A6-E7B36B2E2CF4}" type="presParOf" srcId="{D4E2A270-2ADA-4A15-B396-CB4EAE4EDAF7}" destId="{88F05D49-A1A0-41F1-A207-E80BC374CED5}" srcOrd="0" destOrd="0" presId="urn:microsoft.com/office/officeart/2016/7/layout/LinearBlockProcessNumbered"/>
    <dgm:cxn modelId="{A5D434A2-8668-4E98-A909-909AD7BACD49}" type="presParOf" srcId="{D4E2A270-2ADA-4A15-B396-CB4EAE4EDAF7}" destId="{D2A749D7-0721-4C64-A3CD-C25B85662857}" srcOrd="1" destOrd="0" presId="urn:microsoft.com/office/officeart/2016/7/layout/LinearBlockProcessNumbered"/>
    <dgm:cxn modelId="{6DBD1ECC-A012-4EA9-AD5A-AA83C783E5BA}" type="presParOf" srcId="{D4E2A270-2ADA-4A15-B396-CB4EAE4EDAF7}" destId="{989E6391-9C82-442B-9B17-916BDB4D6750}" srcOrd="2" destOrd="0" presId="urn:microsoft.com/office/officeart/2016/7/layout/LinearBlockProcessNumbered"/>
    <dgm:cxn modelId="{3B703977-1DA3-41F4-9311-9ED8AF949E79}" type="presParOf" srcId="{FB8008CD-0DE5-4112-ADFF-1838E5C48EBB}" destId="{1471C767-B3F0-43DF-AC7B-CF84E5E8841D}" srcOrd="3" destOrd="0" presId="urn:microsoft.com/office/officeart/2016/7/layout/LinearBlockProcessNumbered"/>
    <dgm:cxn modelId="{05E81037-80C1-4DF8-8AC6-8F3FD825BD95}" type="presParOf" srcId="{FB8008CD-0DE5-4112-ADFF-1838E5C48EBB}" destId="{8D04C436-2B3F-4CD6-9D48-DDABF1B29A98}" srcOrd="4" destOrd="0" presId="urn:microsoft.com/office/officeart/2016/7/layout/LinearBlockProcessNumbered"/>
    <dgm:cxn modelId="{BE59E2F4-FBD7-4770-8B11-214C946BB78B}" type="presParOf" srcId="{8D04C436-2B3F-4CD6-9D48-DDABF1B29A98}" destId="{8119BCEA-2DAA-4420-A176-D793139A3699}" srcOrd="0" destOrd="0" presId="urn:microsoft.com/office/officeart/2016/7/layout/LinearBlockProcessNumbered"/>
    <dgm:cxn modelId="{32D579D6-A840-49E0-9090-7747018FAF59}" type="presParOf" srcId="{8D04C436-2B3F-4CD6-9D48-DDABF1B29A98}" destId="{D677EFFB-E25D-4823-BFC2-EFEE0C566761}" srcOrd="1" destOrd="0" presId="urn:microsoft.com/office/officeart/2016/7/layout/LinearBlockProcessNumbered"/>
    <dgm:cxn modelId="{B3A575BF-B9B0-42FD-ADC3-0CD9C5ACD90D}" type="presParOf" srcId="{8D04C436-2B3F-4CD6-9D48-DDABF1B29A98}" destId="{DA8C998C-2ADA-4761-B46A-DAFDA6756B75}" srcOrd="2" destOrd="0" presId="urn:microsoft.com/office/officeart/2016/7/layout/LinearBlockProcessNumbered"/>
    <dgm:cxn modelId="{50A67A8D-B4E2-40AF-A0D1-FC2A37669205}" type="presParOf" srcId="{FB8008CD-0DE5-4112-ADFF-1838E5C48EBB}" destId="{3290EB4F-B92A-4284-AF34-4EC91E09E890}" srcOrd="5" destOrd="0" presId="urn:microsoft.com/office/officeart/2016/7/layout/LinearBlockProcessNumbered"/>
    <dgm:cxn modelId="{BC01A510-E6B4-412B-AA78-2A49140A4F2F}" type="presParOf" srcId="{FB8008CD-0DE5-4112-ADFF-1838E5C48EBB}" destId="{E2B81538-BF4D-496E-A0B6-01BE81D58386}" srcOrd="6" destOrd="0" presId="urn:microsoft.com/office/officeart/2016/7/layout/LinearBlockProcessNumbered"/>
    <dgm:cxn modelId="{B8B60A9E-B380-43C6-ADB1-46E234721C6F}" type="presParOf" srcId="{E2B81538-BF4D-496E-A0B6-01BE81D58386}" destId="{CE564235-747F-4941-B86B-5DED61081BD6}" srcOrd="0" destOrd="0" presId="urn:microsoft.com/office/officeart/2016/7/layout/LinearBlockProcessNumbered"/>
    <dgm:cxn modelId="{9E837589-2800-474C-96A6-C07D86D5BEB0}" type="presParOf" srcId="{E2B81538-BF4D-496E-A0B6-01BE81D58386}" destId="{28BCCC61-B50B-43A5-B10E-C7115F82AE66}" srcOrd="1" destOrd="0" presId="urn:microsoft.com/office/officeart/2016/7/layout/LinearBlockProcessNumbered"/>
    <dgm:cxn modelId="{E989E9D7-F64F-4817-8188-5CFE1D2AF2D4}" type="presParOf" srcId="{E2B81538-BF4D-496E-A0B6-01BE81D58386}" destId="{1C4A60D2-59B6-4B70-97FC-9079E1ED2B8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9FF892-99E8-46F7-9E97-48B62C3F41F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A9016B9-FFFE-4A0D-A3F0-796AEF016C92}">
      <dgm:prSet/>
      <dgm:spPr/>
      <dgm:t>
        <a:bodyPr/>
        <a:lstStyle/>
        <a:p>
          <a:r>
            <a:rPr lang="en-US" b="1" i="0" baseline="0"/>
            <a:t>Edge Protection:</a:t>
          </a:r>
          <a:r>
            <a:rPr lang="en-US" b="0" i="0" baseline="0"/>
            <a:t> A public-facing Azure Application Gateway WAF v2 blocks threats using OWASP 3.2 rulesets in strict Prevention Mode.</a:t>
          </a:r>
          <a:endParaRPr lang="en-US"/>
        </a:p>
      </dgm:t>
    </dgm:pt>
    <dgm:pt modelId="{B9985A7A-A0EB-42F0-A159-9592F0B6D833}" type="parTrans" cxnId="{50B3EFBF-DFD1-4828-9DDE-D466E2D18969}">
      <dgm:prSet/>
      <dgm:spPr/>
      <dgm:t>
        <a:bodyPr/>
        <a:lstStyle/>
        <a:p>
          <a:endParaRPr lang="en-US"/>
        </a:p>
      </dgm:t>
    </dgm:pt>
    <dgm:pt modelId="{C4A920D0-19D6-4AD1-AC7E-F3E21DE8D48B}" type="sibTrans" cxnId="{50B3EFBF-DFD1-4828-9DDE-D466E2D18969}">
      <dgm:prSet/>
      <dgm:spPr/>
      <dgm:t>
        <a:bodyPr/>
        <a:lstStyle/>
        <a:p>
          <a:endParaRPr lang="en-US"/>
        </a:p>
      </dgm:t>
    </dgm:pt>
    <dgm:pt modelId="{46B75A1E-C02E-4DB9-8EBF-0123FE24B8CC}">
      <dgm:prSet/>
      <dgm:spPr/>
      <dgm:t>
        <a:bodyPr/>
        <a:lstStyle/>
        <a:p>
          <a:r>
            <a:rPr lang="en-US" b="1" i="0" baseline="0"/>
            <a:t>Network Segmentation:</a:t>
          </a:r>
          <a:r>
            <a:rPr lang="en-US" b="0" i="0" baseline="0"/>
            <a:t> The architecture isolates traffic across 5 distinct subnets (App Gateway, AKS, AKS API, Private Endpoints, and Functions) to contain breaches.</a:t>
          </a:r>
          <a:endParaRPr lang="en-US"/>
        </a:p>
      </dgm:t>
    </dgm:pt>
    <dgm:pt modelId="{82DDE8B1-D71E-44AA-BB9B-BE64324F9165}" type="parTrans" cxnId="{AED9EDC6-8344-4A0C-8495-7958FD48573B}">
      <dgm:prSet/>
      <dgm:spPr/>
      <dgm:t>
        <a:bodyPr/>
        <a:lstStyle/>
        <a:p>
          <a:endParaRPr lang="en-US"/>
        </a:p>
      </dgm:t>
    </dgm:pt>
    <dgm:pt modelId="{75D314A5-909E-4F18-9E96-2AEBD7612DC4}" type="sibTrans" cxnId="{AED9EDC6-8344-4A0C-8495-7958FD48573B}">
      <dgm:prSet/>
      <dgm:spPr/>
      <dgm:t>
        <a:bodyPr/>
        <a:lstStyle/>
        <a:p>
          <a:endParaRPr lang="en-US"/>
        </a:p>
      </dgm:t>
    </dgm:pt>
    <dgm:pt modelId="{4DEA5A41-FE5F-402B-9BED-774D909A9151}">
      <dgm:prSet/>
      <dgm:spPr/>
      <dgm:t>
        <a:bodyPr/>
        <a:lstStyle/>
        <a:p>
          <a:r>
            <a:rPr lang="en-US" b="1" i="0" baseline="0"/>
            <a:t>Private Connectivity:</a:t>
          </a:r>
          <a:r>
            <a:rPr lang="en-US" b="0" i="0" baseline="0"/>
            <a:t> A hub-and-spoke model uses Private Endpoints to map internal IPs to critical services like Storage, Key Vault, ACR, and Azure OpenAI.</a:t>
          </a:r>
          <a:endParaRPr lang="en-US"/>
        </a:p>
      </dgm:t>
    </dgm:pt>
    <dgm:pt modelId="{8736D3E5-DD73-4459-AD2F-0F93F0AC06F4}" type="parTrans" cxnId="{20AD3C89-CB68-48F8-A782-6731B0EC28C3}">
      <dgm:prSet/>
      <dgm:spPr/>
      <dgm:t>
        <a:bodyPr/>
        <a:lstStyle/>
        <a:p>
          <a:endParaRPr lang="en-US"/>
        </a:p>
      </dgm:t>
    </dgm:pt>
    <dgm:pt modelId="{375824CB-9132-44AD-8257-0FD1E9E7F967}" type="sibTrans" cxnId="{20AD3C89-CB68-48F8-A782-6731B0EC28C3}">
      <dgm:prSet/>
      <dgm:spPr/>
      <dgm:t>
        <a:bodyPr/>
        <a:lstStyle/>
        <a:p>
          <a:endParaRPr lang="en-US"/>
        </a:p>
      </dgm:t>
    </dgm:pt>
    <dgm:pt modelId="{7C8DEBE9-2220-48FA-8B05-2B1EA40C68BB}">
      <dgm:prSet/>
      <dgm:spPr/>
      <dgm:t>
        <a:bodyPr/>
        <a:lstStyle/>
        <a:p>
          <a:r>
            <a:rPr lang="en-US" b="1" i="0" baseline="0"/>
            <a:t>Traffic Control:</a:t>
          </a:r>
          <a:r>
            <a:rPr lang="en-US" b="0" i="0" baseline="0"/>
            <a:t> Minimalist Network Security Groups (NSGs) enforce a strict "deny-by-default" policy for all non-essential ingress and egress traffic.</a:t>
          </a:r>
          <a:endParaRPr lang="en-US"/>
        </a:p>
      </dgm:t>
    </dgm:pt>
    <dgm:pt modelId="{56EED477-5C35-4329-A663-5AB9A2CB1E1E}" type="parTrans" cxnId="{5626DEAC-451B-4DD4-B830-CABF60AB7FAA}">
      <dgm:prSet/>
      <dgm:spPr/>
      <dgm:t>
        <a:bodyPr/>
        <a:lstStyle/>
        <a:p>
          <a:endParaRPr lang="en-US"/>
        </a:p>
      </dgm:t>
    </dgm:pt>
    <dgm:pt modelId="{732A3EC9-A4B4-4F50-92BD-1B2C99720F84}" type="sibTrans" cxnId="{5626DEAC-451B-4DD4-B830-CABF60AB7FAA}">
      <dgm:prSet/>
      <dgm:spPr/>
      <dgm:t>
        <a:bodyPr/>
        <a:lstStyle/>
        <a:p>
          <a:endParaRPr lang="en-US"/>
        </a:p>
      </dgm:t>
    </dgm:pt>
    <dgm:pt modelId="{2C39E5B3-B3DF-4105-9F2B-5F6EB5FECAD8}">
      <dgm:prSet/>
      <dgm:spPr/>
      <dgm:t>
        <a:bodyPr/>
        <a:lstStyle/>
        <a:p>
          <a:r>
            <a:rPr lang="en-US" b="1" i="0" baseline="0"/>
            <a:t>Secure Administration:</a:t>
          </a:r>
          <a:r>
            <a:rPr lang="en-US" b="0" i="0" baseline="0"/>
            <a:t> All cluster management and administrative tasks are isolated through a dedicated bastion jumpbox VM.</a:t>
          </a:r>
          <a:endParaRPr lang="en-US"/>
        </a:p>
      </dgm:t>
    </dgm:pt>
    <dgm:pt modelId="{76649C95-D48F-4190-A417-73EC7285D748}" type="parTrans" cxnId="{DED7107F-3668-443B-B0CD-AFA41C49EEE6}">
      <dgm:prSet/>
      <dgm:spPr/>
      <dgm:t>
        <a:bodyPr/>
        <a:lstStyle/>
        <a:p>
          <a:endParaRPr lang="en-US"/>
        </a:p>
      </dgm:t>
    </dgm:pt>
    <dgm:pt modelId="{135443B1-29F3-47CF-BC8B-FAD5E63F5224}" type="sibTrans" cxnId="{DED7107F-3668-443B-B0CD-AFA41C49EEE6}">
      <dgm:prSet/>
      <dgm:spPr/>
      <dgm:t>
        <a:bodyPr/>
        <a:lstStyle/>
        <a:p>
          <a:endParaRPr lang="en-US"/>
        </a:p>
      </dgm:t>
    </dgm:pt>
    <dgm:pt modelId="{1A48F404-1F08-4EF7-A209-629136D2A2C5}" type="pres">
      <dgm:prSet presAssocID="{E99FF892-99E8-46F7-9E97-48B62C3F41FE}" presName="linear" presStyleCnt="0">
        <dgm:presLayoutVars>
          <dgm:animLvl val="lvl"/>
          <dgm:resizeHandles val="exact"/>
        </dgm:presLayoutVars>
      </dgm:prSet>
      <dgm:spPr/>
    </dgm:pt>
    <dgm:pt modelId="{1C74DD2B-580E-4DC4-9038-E7BC5183F4FE}" type="pres">
      <dgm:prSet presAssocID="{6A9016B9-FFFE-4A0D-A3F0-796AEF016C9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BD5ED0F-7CBE-474B-B5DD-51664014D19C}" type="pres">
      <dgm:prSet presAssocID="{C4A920D0-19D6-4AD1-AC7E-F3E21DE8D48B}" presName="spacer" presStyleCnt="0"/>
      <dgm:spPr/>
    </dgm:pt>
    <dgm:pt modelId="{0E5C83D2-1CEE-46D6-B1B3-84A4873E4ED1}" type="pres">
      <dgm:prSet presAssocID="{46B75A1E-C02E-4DB9-8EBF-0123FE24B8C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94A33A1-E086-4114-B27E-C9997CFBA4CD}" type="pres">
      <dgm:prSet presAssocID="{75D314A5-909E-4F18-9E96-2AEBD7612DC4}" presName="spacer" presStyleCnt="0"/>
      <dgm:spPr/>
    </dgm:pt>
    <dgm:pt modelId="{2DB5C44C-375B-47FD-9EE9-9DCCFCFCCB9C}" type="pres">
      <dgm:prSet presAssocID="{4DEA5A41-FE5F-402B-9BED-774D909A91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0BE607D-A488-4F50-9C83-1F7855286F60}" type="pres">
      <dgm:prSet presAssocID="{375824CB-9132-44AD-8257-0FD1E9E7F967}" presName="spacer" presStyleCnt="0"/>
      <dgm:spPr/>
    </dgm:pt>
    <dgm:pt modelId="{160581BA-382F-4B64-986E-0B867205AB2A}" type="pres">
      <dgm:prSet presAssocID="{7C8DEBE9-2220-48FA-8B05-2B1EA40C68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94E9AA-56C1-44BF-B0C1-C6F29B56F8B0}" type="pres">
      <dgm:prSet presAssocID="{732A3EC9-A4B4-4F50-92BD-1B2C99720F84}" presName="spacer" presStyleCnt="0"/>
      <dgm:spPr/>
    </dgm:pt>
    <dgm:pt modelId="{0F587D24-F245-41B5-A27E-DF85B6083919}" type="pres">
      <dgm:prSet presAssocID="{2C39E5B3-B3DF-4105-9F2B-5F6EB5FECAD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B5BA937-369D-4AFE-9EC1-4D9238B97285}" type="presOf" srcId="{7C8DEBE9-2220-48FA-8B05-2B1EA40C68BB}" destId="{160581BA-382F-4B64-986E-0B867205AB2A}" srcOrd="0" destOrd="0" presId="urn:microsoft.com/office/officeart/2005/8/layout/vList2"/>
    <dgm:cxn modelId="{3AE6393E-832B-4BDC-A584-A5CFF33F4B8F}" type="presOf" srcId="{2C39E5B3-B3DF-4105-9F2B-5F6EB5FECAD8}" destId="{0F587D24-F245-41B5-A27E-DF85B6083919}" srcOrd="0" destOrd="0" presId="urn:microsoft.com/office/officeart/2005/8/layout/vList2"/>
    <dgm:cxn modelId="{4FA1AA41-BE73-441B-AB5A-6BA700B7D6B3}" type="presOf" srcId="{46B75A1E-C02E-4DB9-8EBF-0123FE24B8CC}" destId="{0E5C83D2-1CEE-46D6-B1B3-84A4873E4ED1}" srcOrd="0" destOrd="0" presId="urn:microsoft.com/office/officeart/2005/8/layout/vList2"/>
    <dgm:cxn modelId="{DED7107F-3668-443B-B0CD-AFA41C49EEE6}" srcId="{E99FF892-99E8-46F7-9E97-48B62C3F41FE}" destId="{2C39E5B3-B3DF-4105-9F2B-5F6EB5FECAD8}" srcOrd="4" destOrd="0" parTransId="{76649C95-D48F-4190-A417-73EC7285D748}" sibTransId="{135443B1-29F3-47CF-BC8B-FAD5E63F5224}"/>
    <dgm:cxn modelId="{20AD3C89-CB68-48F8-A782-6731B0EC28C3}" srcId="{E99FF892-99E8-46F7-9E97-48B62C3F41FE}" destId="{4DEA5A41-FE5F-402B-9BED-774D909A9151}" srcOrd="2" destOrd="0" parTransId="{8736D3E5-DD73-4459-AD2F-0F93F0AC06F4}" sibTransId="{375824CB-9132-44AD-8257-0FD1E9E7F967}"/>
    <dgm:cxn modelId="{5626DEAC-451B-4DD4-B830-CABF60AB7FAA}" srcId="{E99FF892-99E8-46F7-9E97-48B62C3F41FE}" destId="{7C8DEBE9-2220-48FA-8B05-2B1EA40C68BB}" srcOrd="3" destOrd="0" parTransId="{56EED477-5C35-4329-A663-5AB9A2CB1E1E}" sibTransId="{732A3EC9-A4B4-4F50-92BD-1B2C99720F84}"/>
    <dgm:cxn modelId="{50B3EFBF-DFD1-4828-9DDE-D466E2D18969}" srcId="{E99FF892-99E8-46F7-9E97-48B62C3F41FE}" destId="{6A9016B9-FFFE-4A0D-A3F0-796AEF016C92}" srcOrd="0" destOrd="0" parTransId="{B9985A7A-A0EB-42F0-A159-9592F0B6D833}" sibTransId="{C4A920D0-19D6-4AD1-AC7E-F3E21DE8D48B}"/>
    <dgm:cxn modelId="{AED9EDC6-8344-4A0C-8495-7958FD48573B}" srcId="{E99FF892-99E8-46F7-9E97-48B62C3F41FE}" destId="{46B75A1E-C02E-4DB9-8EBF-0123FE24B8CC}" srcOrd="1" destOrd="0" parTransId="{82DDE8B1-D71E-44AA-BB9B-BE64324F9165}" sibTransId="{75D314A5-909E-4F18-9E96-2AEBD7612DC4}"/>
    <dgm:cxn modelId="{277F16CC-3DAF-4D66-BA26-917F5A7A96A0}" type="presOf" srcId="{E99FF892-99E8-46F7-9E97-48B62C3F41FE}" destId="{1A48F404-1F08-4EF7-A209-629136D2A2C5}" srcOrd="0" destOrd="0" presId="urn:microsoft.com/office/officeart/2005/8/layout/vList2"/>
    <dgm:cxn modelId="{B23B55D3-F5B5-4543-B932-C07CA64C19D9}" type="presOf" srcId="{6A9016B9-FFFE-4A0D-A3F0-796AEF016C92}" destId="{1C74DD2B-580E-4DC4-9038-E7BC5183F4FE}" srcOrd="0" destOrd="0" presId="urn:microsoft.com/office/officeart/2005/8/layout/vList2"/>
    <dgm:cxn modelId="{C6AD66F7-3692-4D57-A560-17DB3C1EDCB2}" type="presOf" srcId="{4DEA5A41-FE5F-402B-9BED-774D909A9151}" destId="{2DB5C44C-375B-47FD-9EE9-9DCCFCFCCB9C}" srcOrd="0" destOrd="0" presId="urn:microsoft.com/office/officeart/2005/8/layout/vList2"/>
    <dgm:cxn modelId="{EC55CADB-A330-4CDE-91EC-AE619D6E13E9}" type="presParOf" srcId="{1A48F404-1F08-4EF7-A209-629136D2A2C5}" destId="{1C74DD2B-580E-4DC4-9038-E7BC5183F4FE}" srcOrd="0" destOrd="0" presId="urn:microsoft.com/office/officeart/2005/8/layout/vList2"/>
    <dgm:cxn modelId="{6824B996-D0C8-45FF-B04C-7D789FDED79E}" type="presParOf" srcId="{1A48F404-1F08-4EF7-A209-629136D2A2C5}" destId="{FBD5ED0F-7CBE-474B-B5DD-51664014D19C}" srcOrd="1" destOrd="0" presId="urn:microsoft.com/office/officeart/2005/8/layout/vList2"/>
    <dgm:cxn modelId="{B93A0F11-AD98-4F44-9D20-7DCDF941F7AC}" type="presParOf" srcId="{1A48F404-1F08-4EF7-A209-629136D2A2C5}" destId="{0E5C83D2-1CEE-46D6-B1B3-84A4873E4ED1}" srcOrd="2" destOrd="0" presId="urn:microsoft.com/office/officeart/2005/8/layout/vList2"/>
    <dgm:cxn modelId="{C1B545CB-2748-47E9-9CDA-2A61FE691637}" type="presParOf" srcId="{1A48F404-1F08-4EF7-A209-629136D2A2C5}" destId="{994A33A1-E086-4114-B27E-C9997CFBA4CD}" srcOrd="3" destOrd="0" presId="urn:microsoft.com/office/officeart/2005/8/layout/vList2"/>
    <dgm:cxn modelId="{05209FD9-374B-4A43-A623-2C12A8EBA38F}" type="presParOf" srcId="{1A48F404-1F08-4EF7-A209-629136D2A2C5}" destId="{2DB5C44C-375B-47FD-9EE9-9DCCFCFCCB9C}" srcOrd="4" destOrd="0" presId="urn:microsoft.com/office/officeart/2005/8/layout/vList2"/>
    <dgm:cxn modelId="{F1AFFC74-2102-4BE5-A319-0E7B9C730945}" type="presParOf" srcId="{1A48F404-1F08-4EF7-A209-629136D2A2C5}" destId="{70BE607D-A488-4F50-9C83-1F7855286F60}" srcOrd="5" destOrd="0" presId="urn:microsoft.com/office/officeart/2005/8/layout/vList2"/>
    <dgm:cxn modelId="{D30901AC-065C-47EE-A069-6DABA22EA964}" type="presParOf" srcId="{1A48F404-1F08-4EF7-A209-629136D2A2C5}" destId="{160581BA-382F-4B64-986E-0B867205AB2A}" srcOrd="6" destOrd="0" presId="urn:microsoft.com/office/officeart/2005/8/layout/vList2"/>
    <dgm:cxn modelId="{BFC2AED9-2FE8-4D11-A0C8-522A7D837658}" type="presParOf" srcId="{1A48F404-1F08-4EF7-A209-629136D2A2C5}" destId="{C694E9AA-56C1-44BF-B0C1-C6F29B56F8B0}" srcOrd="7" destOrd="0" presId="urn:microsoft.com/office/officeart/2005/8/layout/vList2"/>
    <dgm:cxn modelId="{FA3009F5-B006-4FD8-95FC-A86A1426AC0C}" type="presParOf" srcId="{1A48F404-1F08-4EF7-A209-629136D2A2C5}" destId="{0F587D24-F245-41B5-A27E-DF85B60839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86033-7E86-4E86-9658-9685DCD8B852}">
      <dsp:nvSpPr>
        <dsp:cNvPr id="0" name=""/>
        <dsp:cNvSpPr/>
      </dsp:nvSpPr>
      <dsp:spPr>
        <a:xfrm>
          <a:off x="213" y="2983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Centralized training management portal</a:t>
          </a:r>
        </a:p>
      </dsp:txBody>
      <dsp:txXfrm>
        <a:off x="213" y="1535436"/>
        <a:ext cx="2577217" cy="1855596"/>
      </dsp:txXfrm>
    </dsp:sp>
    <dsp:sp modelId="{80A5BC9A-1042-4E90-823A-B1A964E74D42}">
      <dsp:nvSpPr>
        <dsp:cNvPr id="0" name=""/>
        <dsp:cNvSpPr/>
      </dsp:nvSpPr>
      <dsp:spPr>
        <a:xfrm>
          <a:off x="213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298372"/>
        <a:ext cx="2577217" cy="1237064"/>
      </dsp:txXfrm>
    </dsp:sp>
    <dsp:sp modelId="{88F05D49-A1A0-41F1-A207-E80BC374CED5}">
      <dsp:nvSpPr>
        <dsp:cNvPr id="0" name=""/>
        <dsp:cNvSpPr/>
      </dsp:nvSpPr>
      <dsp:spPr>
        <a:xfrm>
          <a:off x="2783608" y="298372"/>
          <a:ext cx="2577217" cy="30926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Automated AWS instance lifecycle management</a:t>
          </a:r>
        </a:p>
      </dsp:txBody>
      <dsp:txXfrm>
        <a:off x="2783608" y="1535436"/>
        <a:ext cx="2577217" cy="1855596"/>
      </dsp:txXfrm>
    </dsp:sp>
    <dsp:sp modelId="{D2A749D7-0721-4C64-A3CD-C25B85662857}">
      <dsp:nvSpPr>
        <dsp:cNvPr id="0" name=""/>
        <dsp:cNvSpPr/>
      </dsp:nvSpPr>
      <dsp:spPr>
        <a:xfrm>
          <a:off x="2783608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298372"/>
        <a:ext cx="2577217" cy="1237064"/>
      </dsp:txXfrm>
    </dsp:sp>
    <dsp:sp modelId="{8119BCEA-2DAA-4420-A176-D793139A3699}">
      <dsp:nvSpPr>
        <dsp:cNvPr id="0" name=""/>
        <dsp:cNvSpPr/>
      </dsp:nvSpPr>
      <dsp:spPr>
        <a:xfrm>
          <a:off x="5567003" y="298372"/>
          <a:ext cx="2577217" cy="30926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Role-based access using Microsoft Entra ID</a:t>
          </a:r>
        </a:p>
      </dsp:txBody>
      <dsp:txXfrm>
        <a:off x="5567003" y="1535436"/>
        <a:ext cx="2577217" cy="1855596"/>
      </dsp:txXfrm>
    </dsp:sp>
    <dsp:sp modelId="{D677EFFB-E25D-4823-BFC2-EFEE0C566761}">
      <dsp:nvSpPr>
        <dsp:cNvPr id="0" name=""/>
        <dsp:cNvSpPr/>
      </dsp:nvSpPr>
      <dsp:spPr>
        <a:xfrm>
          <a:off x="5567003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298372"/>
        <a:ext cx="2577217" cy="1237064"/>
      </dsp:txXfrm>
    </dsp:sp>
    <dsp:sp modelId="{CE564235-747F-4941-B86B-5DED61081BD6}">
      <dsp:nvSpPr>
        <dsp:cNvPr id="0" name=""/>
        <dsp:cNvSpPr/>
      </dsp:nvSpPr>
      <dsp:spPr>
        <a:xfrm>
          <a:off x="8350398" y="298372"/>
          <a:ext cx="2577217" cy="30926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AI-assisted training and lab generation</a:t>
          </a:r>
        </a:p>
      </dsp:txBody>
      <dsp:txXfrm>
        <a:off x="8350398" y="1535436"/>
        <a:ext cx="2577217" cy="1855596"/>
      </dsp:txXfrm>
    </dsp:sp>
    <dsp:sp modelId="{28BCCC61-B50B-43A5-B10E-C7115F82AE66}">
      <dsp:nvSpPr>
        <dsp:cNvPr id="0" name=""/>
        <dsp:cNvSpPr/>
      </dsp:nvSpPr>
      <dsp:spPr>
        <a:xfrm>
          <a:off x="8350398" y="2983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298372"/>
        <a:ext cx="2577217" cy="1237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4DD2B-580E-4DC4-9038-E7BC5183F4FE}">
      <dsp:nvSpPr>
        <dsp:cNvPr id="0" name=""/>
        <dsp:cNvSpPr/>
      </dsp:nvSpPr>
      <dsp:spPr>
        <a:xfrm>
          <a:off x="0" y="549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Edge Protection:</a:t>
          </a:r>
          <a:r>
            <a:rPr lang="en-US" sz="1900" b="0" i="0" kern="1200" baseline="0"/>
            <a:t> A public-facing Azure Application Gateway WAF v2 blocks threats using OWASP 3.2 rulesets in strict Prevention Mode.</a:t>
          </a:r>
          <a:endParaRPr lang="en-US" sz="1900" kern="1200"/>
        </a:p>
      </dsp:txBody>
      <dsp:txXfrm>
        <a:off x="51003" y="56497"/>
        <a:ext cx="6564827" cy="942803"/>
      </dsp:txXfrm>
    </dsp:sp>
    <dsp:sp modelId="{0E5C83D2-1CEE-46D6-B1B3-84A4873E4ED1}">
      <dsp:nvSpPr>
        <dsp:cNvPr id="0" name=""/>
        <dsp:cNvSpPr/>
      </dsp:nvSpPr>
      <dsp:spPr>
        <a:xfrm>
          <a:off x="0" y="110502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Network Segmentation:</a:t>
          </a:r>
          <a:r>
            <a:rPr lang="en-US" sz="1900" b="0" i="0" kern="1200" baseline="0"/>
            <a:t> The architecture isolates traffic across 5 distinct subnets (App Gateway, AKS, AKS API, Private Endpoints, and Functions) to contain breaches.</a:t>
          </a:r>
          <a:endParaRPr lang="en-US" sz="1900" kern="1200"/>
        </a:p>
      </dsp:txBody>
      <dsp:txXfrm>
        <a:off x="51003" y="1156027"/>
        <a:ext cx="6564827" cy="942803"/>
      </dsp:txXfrm>
    </dsp:sp>
    <dsp:sp modelId="{2DB5C44C-375B-47FD-9EE9-9DCCFCFCCB9C}">
      <dsp:nvSpPr>
        <dsp:cNvPr id="0" name=""/>
        <dsp:cNvSpPr/>
      </dsp:nvSpPr>
      <dsp:spPr>
        <a:xfrm>
          <a:off x="0" y="2204555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Private Connectivity:</a:t>
          </a:r>
          <a:r>
            <a:rPr lang="en-US" sz="1900" b="0" i="0" kern="1200" baseline="0"/>
            <a:t> A hub-and-spoke model uses Private Endpoints to map internal IPs to critical services like Storage, Key Vault, ACR, and Azure OpenAI.</a:t>
          </a:r>
          <a:endParaRPr lang="en-US" sz="1900" kern="1200"/>
        </a:p>
      </dsp:txBody>
      <dsp:txXfrm>
        <a:off x="51003" y="2255558"/>
        <a:ext cx="6564827" cy="942803"/>
      </dsp:txXfrm>
    </dsp:sp>
    <dsp:sp modelId="{160581BA-382F-4B64-986E-0B867205AB2A}">
      <dsp:nvSpPr>
        <dsp:cNvPr id="0" name=""/>
        <dsp:cNvSpPr/>
      </dsp:nvSpPr>
      <dsp:spPr>
        <a:xfrm>
          <a:off x="0" y="3304085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Traffic Control:</a:t>
          </a:r>
          <a:r>
            <a:rPr lang="en-US" sz="1900" b="0" i="0" kern="1200" baseline="0"/>
            <a:t> Minimalist Network Security Groups (NSGs) enforce a strict "deny-by-default" policy for all non-essential ingress and egress traffic.</a:t>
          </a:r>
          <a:endParaRPr lang="en-US" sz="1900" kern="1200"/>
        </a:p>
      </dsp:txBody>
      <dsp:txXfrm>
        <a:off x="51003" y="3355088"/>
        <a:ext cx="6564827" cy="942803"/>
      </dsp:txXfrm>
    </dsp:sp>
    <dsp:sp modelId="{0F587D24-F245-41B5-A27E-DF85B6083919}">
      <dsp:nvSpPr>
        <dsp:cNvPr id="0" name=""/>
        <dsp:cNvSpPr/>
      </dsp:nvSpPr>
      <dsp:spPr>
        <a:xfrm>
          <a:off x="0" y="440361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Secure Administration:</a:t>
          </a:r>
          <a:r>
            <a:rPr lang="en-US" sz="1900" b="0" i="0" kern="1200" baseline="0"/>
            <a:t> All cluster management and administrative tasks are isolated through a dedicated bastion jumpbox VM.</a:t>
          </a:r>
          <a:endParaRPr lang="en-US" sz="1900" kern="1200"/>
        </a:p>
      </dsp:txBody>
      <dsp:txXfrm>
        <a:off x="51003" y="4454617"/>
        <a:ext cx="6564827" cy="94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8B950-01F7-4030-881C-F7092FC6E7AA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F9BE8-4E92-48C0-B4F1-1E42436C8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F9BE8-4E92-48C0-B4F1-1E42436C855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3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79F6-5E4E-280E-94ED-ADFCFE996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195FF-FBBD-DE97-76A7-FB39D0D55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2C48-46CD-157E-FF4D-49B73944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0E55-0C57-992C-C4AB-28DAE74A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E733-B45B-5F73-19A2-4BAA4894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4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E4DD-5C8B-7AD9-BA44-54BF3755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AA7A-7CC7-161D-7E1B-9BC27744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4BFC-F072-018B-6A85-D40CEFBD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69553-746F-DA5E-D2C6-E3CF2BFC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FB4E-80F3-2F3F-A2CC-2EC48496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3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8E8C-47D6-042A-AEFD-F9970654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8A3D1-F010-79BA-2999-98F52A4D3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EDAC-2781-2327-DBEE-3963D3A7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D5CA3-B59F-5CCC-4E46-AB50328F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76DE9-C6FE-E671-AB52-DC8F533B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34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41EB-A4C5-96E4-D359-40A1B39A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17E9-D3A7-708A-BD01-7DDC89A18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00ED2-390B-056D-5371-1A8C6EC74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DE8CF-EF2C-1C83-7AE5-91992287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584A5-F894-4773-678B-DB3A1EC7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96744-AA8C-6932-73E6-8C5D5365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84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EB5B-02D1-66BD-6B09-47EAB3A6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E3683-65CB-4FEF-1335-C04691A3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0D3A9-E036-4063-5746-E9FAA70C8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27E0C-5E48-9403-0A8B-9484A205B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AD521-53B4-8414-F206-6368CE51A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23520-0374-97C3-8826-1A491026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AA559-6343-679C-1C5E-94282947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44BD8-D9ED-5106-F724-D3FDBA2E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9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F80E-9134-50E0-D1C4-8FEB97C6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B660-DEC9-96BD-A041-3D7E2ED8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72BD6-4184-FF85-EDE3-005E017A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04F15-DE6A-7F16-296C-49AEEA1B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2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83100-1E4B-10CB-4E69-4D707DA6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F7C35-65E6-A9CF-9025-D4F4E884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FEC5-130B-BD68-9EC1-A2741AD2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03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DA62-F678-1440-914A-CC79FF56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2A1D-506C-3929-18A8-12BE77A0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086A4-0A48-60EC-3EBD-3202285E5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D1CF0-05E0-26E7-3016-2ED0F37F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1CAFF-632B-11AF-FF6C-DAC857A3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29222-B72C-2198-CAD3-ADCB13B8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16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A710-0816-3C85-0F10-483FD1AB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B539C-622F-C270-AF14-750BD33CA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9BC03-C146-3357-688B-BB512B7F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3D5CD-6B40-7E72-098D-921B1374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D94EA-AA36-3817-2E8B-487C717A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CD61B-3E5E-CCA1-C0D5-A4DD5015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2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A261D-EC85-B421-2C67-D57F0FDF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A3020-ED70-A40F-1211-22B8B7979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0D612-E136-4C16-8C25-FD7F4077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E717C-7994-04CE-F76B-4B0BF76A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C4AC-72A0-CC63-8AE8-A38420F9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5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04A11-3C85-B3FB-50F0-4CEEB73B9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EE096-B7DA-EAA9-33AE-FE31A49B2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401D6-C3FC-2637-3B26-6C9D9B75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8E52-348E-6891-2AA6-D2CEFAAF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9958A-CD71-707B-EEE3-D2DD0A72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9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AFB50-F0FD-510F-72E8-050AB77D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923DF-64D8-90B7-61AD-D7C0C8D0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EF39-5256-6AE5-5C81-D1DE54B0D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94DDF-F386-446C-A3B2-798EE3D3A6FE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188D-C385-52FE-A992-C5CB3E91E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F512D-68CC-9707-7E0A-97CBDA45E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13C22-BCB4-44CB-94F3-3AECFC447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45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D641-2D5B-917B-7B1E-45D3D8FC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800" dirty="0">
                <a:solidFill>
                  <a:srgbClr val="FFFFFF"/>
                </a:solidFill>
              </a:rPr>
              <a:t>Cloud Training Management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EF06C-6336-D4E6-2046-8373EE273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IN" dirty="0"/>
              <a:t>Azure Cloud Infrastructure &amp; Deployment with AKS</a:t>
            </a:r>
          </a:p>
        </p:txBody>
      </p:sp>
    </p:spTree>
    <p:extLst>
      <p:ext uri="{BB962C8B-B14F-4D97-AF65-F5344CB8AC3E}">
        <p14:creationId xmlns:p14="http://schemas.microsoft.com/office/powerpoint/2010/main" val="313942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CF6D7-B55E-75A7-9331-DF757C7A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6C4FD2AD-5206-BB27-64CD-0F3ED6134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88654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64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7C8C0-78D9-589A-1A10-714AEE2B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Zero-Trust Network Arcitecture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5A2652B9-2AB1-513D-E60C-5B57106F0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6673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87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174911-97F1-227C-7E70-2AFA70FC0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6832" y="365124"/>
            <a:ext cx="9053501" cy="635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1AEEB4-1053-3260-ED57-6C22FAAE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06047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B3901-863A-76AE-17C7-AF9187B1F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52678"/>
            <a:ext cx="10905066" cy="51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0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BB5C7-E7B6-55AC-0CE3-5ACCDAB8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74479FB8-8FE5-9CB8-78F2-F9284E46F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839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5656</TotalTime>
  <Words>165</Words>
  <Application>Microsoft Office PowerPoint</Application>
  <PresentationFormat>Widescreen</PresentationFormat>
  <Paragraphs>20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Cloud Training Management Platform</vt:lpstr>
      <vt:lpstr>Objective</vt:lpstr>
      <vt:lpstr>Zero-Trust Network Arcitecture</vt:lpstr>
      <vt:lpstr>Architecture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Sinan(UST,IN)</dc:creator>
  <cp:lastModifiedBy>Muhammed Sinan(UST,IN)</cp:lastModifiedBy>
  <cp:revision>5</cp:revision>
  <dcterms:created xsi:type="dcterms:W3CDTF">2026-05-26T06:54:42Z</dcterms:created>
  <dcterms:modified xsi:type="dcterms:W3CDTF">2026-06-21T07:22:20Z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2026-05-26T06:54:42Z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0b42a321-1072-400c-9bed-94fdfbd68c0d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